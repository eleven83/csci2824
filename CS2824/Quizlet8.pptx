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2DD8-85E7-4B53-BE9A-676C899B8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23D89-C63F-4723-9903-0E7FD96BE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8A8C1-F901-4FF0-B284-090E35CC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79C0-5135-4ABC-8FE7-97CA3AAD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C51DF-1FB6-421E-8FF5-C3B5EACC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1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012F-45E6-40E1-91DD-1E507407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DD0FF-F72B-4F84-B44D-372A34F2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50280-C93D-49F8-9F97-7ED0C7D7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05A84-80AE-41CF-8099-244F8B56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B1B03-16D4-4C6B-9F32-E3F8F1D8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2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C1DB-09BC-4A94-A262-26566612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3EF69-B996-4C64-AD22-948D62F0E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88AED-884B-45B0-A49B-C1E9F59CD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218BA-B152-4C48-8D4E-1F3BED95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DC079-AF53-4B0A-A66C-081EFAB4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7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CEEF-111E-428E-81A4-DCB32E6C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3C7B9-B095-43BC-9D80-90E5CFE77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D7A86-05F5-455F-98E6-A8625EF73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BE31E-4E07-46BE-9A17-CEE255F5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1CF75-6F38-40AE-A5E9-415382C0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86FF2-B413-4795-A1EE-2BC89AA9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B6CC-FF19-46E5-90EC-0D19EC5F7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4EF33-C607-4C0A-B6D3-2C08D8866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E76B8-7DED-48A9-B44C-61A7CB6E3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FC8B9-2753-4F03-AFC8-6B7C53BFE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407D9-6BA4-46FE-A021-53366D7C1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8611EA-A3C4-4165-A606-5FA67D08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62AE4A-169E-46EC-8975-B892AE4C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AD619-6EF0-418E-9EC1-DE815E0C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1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AADBC-4F1D-4A4F-B8C9-3814794A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840DE-FB67-4DF1-8750-A6E448C4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84CE3-3B85-42B4-8C61-20364E0C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DBFD3-6F9B-4C4D-994D-70E6F2FB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3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63087-6D0B-4985-8755-6D94D7C2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6FAF4-6B46-4174-9A0C-80E8CED9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081E5-76DA-47B9-9A20-D6B481CA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3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C8E0-2A4E-48B2-9D30-2694CAB7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EF23-7A0F-41E9-80E4-C6749DC7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E5768-FA79-4BE8-B680-71E72FB2F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87982-EEFA-4F8F-8604-153E371FF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C7A8E-F144-45C5-A427-1C1241DF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3DBE5-7A71-4CF0-8660-3965399A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0C23-EE1F-4520-B299-4E7C3363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D12A6-0E41-4256-8AF2-7BCAF9B87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97429-69EA-475E-9815-A67885A61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B2A2F-7256-4AB6-B0E2-29CB82E6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8309D-0062-4892-9ABA-D913F79B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8BF00-B9BD-42FB-AC6B-633AD314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8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77BB-FD5A-4A31-936F-95A25573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B2F6D-2BB8-4A34-9A29-58C81421D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98B32-BFFE-4C44-BA0D-9262DE896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6C1A5-29AC-416A-9AB5-A417C30A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8F9EA-4C2C-40EA-BF32-E2DFBAD9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4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1E190C-2592-46DF-B21F-D42D51CBB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B7EFD-D970-4C11-9DEB-B75161CC8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DE1D7-AE5A-40E5-B512-2A0DA2C9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07187-F66A-41B0-93B0-08B6749F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A01CB-401A-44BA-BFE4-CA9A985A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7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32E98-44C3-4C2E-A82D-29DA2E94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1E548-C416-4E4A-88CE-631319E37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1DE5E-E1AF-42BE-94CC-00B24E52E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66764-7BF8-4345-8549-9CF104D45538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4B03C-EE23-4A8D-94DB-A222E7624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7B0D1-3BE1-43E5-843C-905DEDC8A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F29A6-6690-4346-BA29-549C9B90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5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C1A9A-0C52-4E70-9A6D-A7D987FDD5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9E06A-B281-4590-9031-9450A9DE1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8</a:t>
            </a:r>
          </a:p>
        </p:txBody>
      </p:sp>
    </p:spTree>
    <p:extLst>
      <p:ext uri="{BB962C8B-B14F-4D97-AF65-F5344CB8AC3E}">
        <p14:creationId xmlns:p14="http://schemas.microsoft.com/office/powerpoint/2010/main" val="5050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EC47CB-9E47-4C9E-8B15-5237B2D20E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49" t="20000" r="13887" b="2182"/>
          <a:stretch/>
        </p:blipFill>
        <p:spPr>
          <a:xfrm>
            <a:off x="1081224" y="170411"/>
            <a:ext cx="10029552" cy="65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010610-3CFE-47AC-A7EA-4C1E4B2F01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87" t="19394" r="14773"/>
          <a:stretch/>
        </p:blipFill>
        <p:spPr>
          <a:xfrm>
            <a:off x="2139142" y="33761"/>
            <a:ext cx="7913716" cy="679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7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CSCI 2824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2018-12-22T03:28:26Z</dcterms:created>
  <dcterms:modified xsi:type="dcterms:W3CDTF">2018-12-22T03:28:51Z</dcterms:modified>
</cp:coreProperties>
</file>