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28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6084F-FFAA-48E6-B96D-8B50554F57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84F0D8-BAFE-4B0D-818C-C3EC8DF23B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77506-EC03-4596-BD3B-500B383BC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4CB88-D8CE-4661-B5D1-20CED354FDF5}" type="datetimeFigureOut">
              <a:rPr lang="en-US" smtClean="0"/>
              <a:t>12/19/2018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BC629-FB74-4CE3-8911-241D1DDE4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05A69-377E-4284-AFF5-AC47B0FD3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28C96-A2C0-4D32-9E7C-6CF8B60E2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485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9AFDF-6844-41C1-9D51-D974EB35B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3DBDD-F21E-4558-9A25-6B54043FC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CFFA1-7BBB-483F-8BEC-E3EFDB728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4CB88-D8CE-4661-B5D1-20CED354FDF5}" type="datetimeFigureOut">
              <a:rPr lang="en-US" smtClean="0"/>
              <a:t>12/19/2018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99AB6-4026-41E5-9851-F8FCBA800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1A468-6207-418F-A8FF-E1CBAA261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28C96-A2C0-4D32-9E7C-6CF8B60E2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898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EB8B1-1DD4-4A53-BA92-30FB65DC0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52E31-0F4A-4D2E-9B13-5F3DAF6C5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B7C80-7C22-4A1A-9C7B-8C99BDE09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4CB88-D8CE-4661-B5D1-20CED354FDF5}" type="datetimeFigureOut">
              <a:rPr lang="en-US" smtClean="0"/>
              <a:t>12/19/2018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8E522-2B92-423D-96D6-69B813AED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71895-EBA0-4875-96C9-10F79160E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28C96-A2C0-4D32-9E7C-6CF8B60E2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244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57C57-1A14-4A18-B66B-D880ECB17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C24C0-C360-43E4-BCE1-761C980D8F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271E15-CCC6-4279-807C-C30E23FE6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BC515E-C043-487C-87E3-477AB5E93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4CB88-D8CE-4661-B5D1-20CED354FDF5}" type="datetimeFigureOut">
              <a:rPr lang="en-US" smtClean="0"/>
              <a:t>12/19/2018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98340E-1FBC-40CF-8012-45F91D0DD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E2567-4BE0-4CA5-B754-AC074B8D9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28C96-A2C0-4D32-9E7C-6CF8B60E2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268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94169-0903-4848-9E6F-CF14BE1FE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A86AF-DF3F-473F-96EE-967B5C83E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313F2-F617-40ED-9ADF-B5F702DB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E8918C-E9BF-448A-8BBD-AAF45DFAAE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A28D81-0A27-4DCC-A06A-CD41BE9440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F9FEE2-FF8D-400F-B9E2-B55FDEB3D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4CB88-D8CE-4661-B5D1-20CED354FDF5}" type="datetimeFigureOut">
              <a:rPr lang="en-US" smtClean="0"/>
              <a:t>12/19/2018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78EF85-3C14-46FF-B086-B599FE591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614314-8862-48E0-83F9-2CCDCAD15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28C96-A2C0-4D32-9E7C-6CF8B60E2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055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30791-CD9A-47C5-A6CA-AAA00905C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07DD4C-D684-4E53-9AB7-F4ADBA30B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4CB88-D8CE-4661-B5D1-20CED354FDF5}" type="datetimeFigureOut">
              <a:rPr lang="en-US" smtClean="0"/>
              <a:t>12/19/2018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9343E-E73E-4152-AE42-AC9A67B2C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133CF2-3569-4561-A8BD-5757620A4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28C96-A2C0-4D32-9E7C-6CF8B60E2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07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D83BED-5853-4E33-9126-A1C41C0B7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4CB88-D8CE-4661-B5D1-20CED354FDF5}" type="datetimeFigureOut">
              <a:rPr lang="en-US" smtClean="0"/>
              <a:t>12/19/2018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B2748-36B0-45D1-BCC7-3914141B0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920E2-B3AF-4BBC-B930-DF4A4F851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28C96-A2C0-4D32-9E7C-6CF8B60E2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416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5030E-B90B-4A11-B3F9-DBF5295C3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D82F6-29CE-4A18-8C2D-96510EAAB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2F254-8890-4ECA-83EE-5D9077E4D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EE0E7-D384-4486-B6A2-0EB3CDDFC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4CB88-D8CE-4661-B5D1-20CED354FDF5}" type="datetimeFigureOut">
              <a:rPr lang="en-US" smtClean="0"/>
              <a:t>12/19/2018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6D568-3096-400E-835D-2B08866D4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05320-B855-4653-B068-34BCC68C0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28C96-A2C0-4D32-9E7C-6CF8B60E2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293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F360D-5E8F-4E0A-BA76-3345D25D1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5865AE-A2CD-4458-A457-D4D8EFD642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041791-A6C8-4D93-ADF0-8A9EC9069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9205AD-B15D-407B-86D0-13BB32895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4CB88-D8CE-4661-B5D1-20CED354FDF5}" type="datetimeFigureOut">
              <a:rPr lang="en-US" smtClean="0"/>
              <a:t>12/19/2018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7CE4BB-530C-47C4-852F-DA9AB6BCB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E04831-7751-4F84-96C8-2C64F3E14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28C96-A2C0-4D32-9E7C-6CF8B60E2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088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BDC4D-DCF2-4654-8B51-CBCCD51AF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3E5E49-67CD-49E9-B61F-0BF7A9702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BD33D-94FE-486F-8540-4B184080A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4CB88-D8CE-4661-B5D1-20CED354FDF5}" type="datetimeFigureOut">
              <a:rPr lang="en-US" smtClean="0"/>
              <a:t>12/19/2018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E6DFB-3DE3-4F61-8292-C81D0EB0A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F5393-3D7F-4F66-8E9E-92F7F35C8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28C96-A2C0-4D32-9E7C-6CF8B60E2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466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397DEA-52B4-479B-BFE9-BB13C7588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7B11AE-DAA3-4B15-A902-DE5006EE6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3A847-37A3-4A14-AEFD-9D6D2D493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4CB88-D8CE-4661-B5D1-20CED354FDF5}" type="datetimeFigureOut">
              <a:rPr lang="en-US" smtClean="0"/>
              <a:t>12/19/2018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C807D-3C10-42D7-A80F-196888893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03A2C-5947-435D-B7F7-1483D6A82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28C96-A2C0-4D32-9E7C-6CF8B60E2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011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8C5844-7015-40FB-B7EF-57C463BEF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51A63-4D55-4E4B-9149-77AB0ECDA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16A48-B5CD-4004-8386-4CEB1BAE56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4CB88-D8CE-4661-B5D1-20CED354FDF5}" type="datetimeFigureOut">
              <a:rPr lang="en-US" smtClean="0"/>
              <a:t>12/19/2018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71B18-5D08-4083-B75C-D13C05F64A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52095-50A0-4E56-A389-32FEBD8F52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828C96-A2C0-4D32-9E7C-6CF8B60E2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36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BA9BE-CB38-4843-A989-BC3D7A31B2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CSCI 2824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39716C-F8A8-44E4-B468-2D3B6BD39F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Quizlet 1</a:t>
            </a:r>
          </a:p>
        </p:txBody>
      </p:sp>
    </p:spTree>
    <p:extLst>
      <p:ext uri="{BB962C8B-B14F-4D97-AF65-F5344CB8AC3E}">
        <p14:creationId xmlns:p14="http://schemas.microsoft.com/office/powerpoint/2010/main" val="3375497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D4DDBEC-D5C9-4F31-8CB9-E7A0324018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62" t="20851" r="37818" b="28243"/>
          <a:stretch/>
        </p:blipFill>
        <p:spPr>
          <a:xfrm>
            <a:off x="1932673" y="1273970"/>
            <a:ext cx="8326654" cy="431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183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937A30-0A87-42C6-A2C7-88DABA5CF4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053" t="28370" r="23705" b="14545"/>
          <a:stretch/>
        </p:blipFill>
        <p:spPr>
          <a:xfrm>
            <a:off x="882828" y="901931"/>
            <a:ext cx="10426344" cy="505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312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06F9EE-4D04-47C9-91B1-206A85F711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692" t="24397" r="22682" b="7515"/>
          <a:stretch/>
        </p:blipFill>
        <p:spPr>
          <a:xfrm>
            <a:off x="1179234" y="602672"/>
            <a:ext cx="9833532" cy="565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278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CSCI 2824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2824</dc:title>
  <dc:creator>Ryan Hoffman</dc:creator>
  <cp:lastModifiedBy>Ryan Hoffman</cp:lastModifiedBy>
  <cp:revision>1</cp:revision>
  <dcterms:created xsi:type="dcterms:W3CDTF">2018-12-20T04:04:58Z</dcterms:created>
  <dcterms:modified xsi:type="dcterms:W3CDTF">2018-12-20T04:10:08Z</dcterms:modified>
</cp:coreProperties>
</file>