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8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9AADB-85EC-4A32-8375-7CCD281B9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4B8BC-0E7E-420C-B263-BE9A6D1C9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EB0D2-199B-44F1-B7BF-654A8C9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DFF0-6933-4BBF-AE91-4106A7DEE9B4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78DC1-87A2-4370-942B-EC273D2D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65E0-5C1D-4322-8161-E7E231E8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5C557-DEE3-459E-812E-C35D241F7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17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D2C22-77F3-47BD-9045-D2F5F1BCA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4B100-D340-484C-993D-23F839125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47377-168F-48AE-8321-01F93080F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DFF0-6933-4BBF-AE91-4106A7DEE9B4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1C9B2-B2CC-4D69-97A8-E89C93A10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61BC8-219E-4199-A0D8-5D9F8399F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5C557-DEE3-459E-812E-C35D241F7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643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2C45F-2673-44D9-81A6-5AE6F0F49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86021-710B-4BD8-9A99-15E1D15E7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9A4CA-C51A-49A1-920B-201732063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DFF0-6933-4BBF-AE91-4106A7DEE9B4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ADC6A-75C4-463B-8569-B91264D94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00B00-F7DA-40E5-99E4-C51FB74A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5C557-DEE3-459E-812E-C35D241F7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2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249D3-3C89-4BBC-B984-5623E42C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C1B2A-C407-49A3-8E7D-AF7A5473C8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5AF2F-093F-4F2F-810B-446BF62366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B3745D-2870-4D4F-ACDF-4563B3FC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DFF0-6933-4BBF-AE91-4106A7DEE9B4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A5D44-ED2D-4D43-A8C9-557D318B1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C3385-ACCA-4528-8A85-C7AF3A7D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5C557-DEE3-459E-812E-C35D241F7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28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D8603-3012-49B2-8EF7-4394CDAED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106D0-F9CF-409D-88A4-C80B1263E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CC012-F5E0-4C1D-AB5E-9B3D616F6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B35B8A-12D1-4A59-BCD5-8C399ADBEB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EB6B28-5557-46F1-9039-A62049EC56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30EB7-C8DF-4E53-A21C-DDEC11554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DFF0-6933-4BBF-AE91-4106A7DEE9B4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333F77-3966-4A2E-BB69-9572D2BEF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6C9013-E072-428A-A429-A07CE962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5C557-DEE3-459E-812E-C35D241F7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45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A913-5F2F-4901-BA55-B25C6433F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27986-062E-4416-B8BA-9A68F99DF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DFF0-6933-4BBF-AE91-4106A7DEE9B4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4C6F7-D11E-4E1D-8DFF-144988B1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AF5A22-8F83-497A-BD1E-F03EADEA7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5C557-DEE3-459E-812E-C35D241F7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99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70DD54-BE6A-4B1C-A2DB-95EF75D26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DFF0-6933-4BBF-AE91-4106A7DEE9B4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D79A43-6DCA-47F9-9F6C-521D4414D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28AE9-0118-4B15-BBC9-95AE9E16C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5C557-DEE3-459E-812E-C35D241F7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61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1A57F-F612-45CA-83CF-CF27081D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29731-F962-41A5-A0F2-D0AD3794E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01A13-ED9C-49BA-8F34-19C6DDE30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176E6-B9A7-4589-A5A1-416E31FA5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DFF0-6933-4BBF-AE91-4106A7DEE9B4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A9B9E-F0C2-41F9-896E-DAABA5B97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6F351-68D9-46A9-8017-590C0E90C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5C557-DEE3-459E-812E-C35D241F7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44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9100D-FE26-45BF-9209-1B3F83101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40DD0E-CAC3-4758-8B98-8E463A90D1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39C6B-73DF-4E5E-91E3-B3C4138D6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7DAC0-654A-40C4-8974-01CFFF0DE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DFF0-6933-4BBF-AE91-4106A7DEE9B4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968D86-D34F-492B-ACEE-5F88CFEEB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181EB-4349-4257-A3CD-005CA8C4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5C557-DEE3-459E-812E-C35D241F7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0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73FE0-A357-4449-9073-32E6AE4BF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55B0B0-BFB2-4257-AF14-616453898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7571C-C9B0-42F1-BABF-9985DA069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DFF0-6933-4BBF-AE91-4106A7DEE9B4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0CB00-557D-4975-8ABE-3FD9416B6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CB5E3-AB85-46EE-AA39-1A0E12D28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5C557-DEE3-459E-812E-C35D241F7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2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9AEAF2-1ABA-4695-AB88-682AC901C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65B93-A077-404B-AE7D-37CBAD96F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58FA6-FA5A-4BED-8BAE-C72181339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DFF0-6933-4BBF-AE91-4106A7DEE9B4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F2114-5612-4DA0-9FF3-11BAA85D2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87191-F3AA-478B-8454-953E77CF3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5C557-DEE3-459E-812E-C35D241F7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342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67EDF2-1BED-4D08-A565-565022B38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C8B63-89C2-4C19-BB9B-7432C574B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CC6C4-E173-499E-976B-CBDD6ED7CF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0DFF0-6933-4BBF-AE91-4106A7DEE9B4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C56E8-DF6B-4C17-B125-B26C14FB9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33C0E-0AB8-4782-BCC1-81D902C27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5C557-DEE3-459E-812E-C35D241F7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01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8A959-E642-4B1F-B629-1595129A8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CSCI 2824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BD1843-B362-434E-ABCF-6EE275DE35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Quizlet 7</a:t>
            </a:r>
          </a:p>
        </p:txBody>
      </p:sp>
    </p:spTree>
    <p:extLst>
      <p:ext uri="{BB962C8B-B14F-4D97-AF65-F5344CB8AC3E}">
        <p14:creationId xmlns:p14="http://schemas.microsoft.com/office/powerpoint/2010/main" val="939067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EF5E94-9991-4A9D-A675-4DF40C3B8F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886" t="24122" r="13954" b="6060"/>
          <a:stretch/>
        </p:blipFill>
        <p:spPr>
          <a:xfrm>
            <a:off x="615986" y="224443"/>
            <a:ext cx="10960028" cy="640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422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6564DD-F8D9-4394-8500-1ED9F0D624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523" t="36363" r="14364" b="24364"/>
          <a:stretch/>
        </p:blipFill>
        <p:spPr>
          <a:xfrm>
            <a:off x="879532" y="1259378"/>
            <a:ext cx="10432935" cy="433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718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CSCI 2824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2824</dc:title>
  <dc:creator>Ryan Hoffman</dc:creator>
  <cp:lastModifiedBy>Ryan Hoffman</cp:lastModifiedBy>
  <cp:revision>1</cp:revision>
  <dcterms:created xsi:type="dcterms:W3CDTF">2018-12-22T03:24:58Z</dcterms:created>
  <dcterms:modified xsi:type="dcterms:W3CDTF">2018-12-22T03:25:20Z</dcterms:modified>
</cp:coreProperties>
</file>