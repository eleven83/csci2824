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4AD9-11C8-4B7E-9FAB-E23E39B0C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77CE3-7EAD-4100-B229-25F029053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5F314-D204-4AAF-95D8-56BCDD7E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A5059-A2CD-42CC-9868-BBF9D819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907DD-6078-433F-B20A-B228C55A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A53F-C594-43E7-A084-23122464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4ED8-387C-4364-B0D7-A38190FD7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B1CDB-85F4-4912-9CD4-0D2EF585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56A4E-1661-4B13-8CBB-E0338C4F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C559E-962B-4EF5-95B6-876BF55F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753A-765E-4170-8882-68A35100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48B4E-4A1E-45C9-89E9-5E676CC8E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158B7-C1CE-4212-BEE6-E3658AAD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E78A9-1E55-4ABB-ADC5-16DCD63F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CCBD3-8775-48A2-B906-ECC19513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38BB-3C30-49EF-BD67-FC09B575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2C05-6AB0-4824-A75F-B653E1C12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3EF12-6A8F-41C4-A091-4BA754D09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C684B-7105-485B-966A-05DCDD0D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05548-6C9A-46D1-8740-F73CD075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0E5-F696-47FF-8C66-B827B422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1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63DA-5867-4AA9-9B39-DF5924CB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9E855-DF3F-43EB-9AED-C36973133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D4C2E-3D90-445F-85F0-7DA4153E2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C6565-1EDC-4405-8D80-BDB6C50C4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0211C-07E6-4C2D-87DE-FC6B59EE1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ADDC7-8C02-490B-850B-2D5F3669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F3D4E-F097-4430-9894-56C2ADF0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A1456-EB88-439B-9950-D72A77A9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5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76AE-FD2E-4A71-8B23-3DCE904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ED91C-AB46-4BA7-9921-3E42E932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5F609-40FF-4CFE-858C-91AF1A59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F4074-11ED-45B8-9C2E-D0F1450D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2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3AC225-FCE8-4439-B2A2-352770A6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AF45A-E070-4B84-8D55-3A2B5404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50E72-4904-43D1-B45F-6BDFC73A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0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FB5E-2DF7-4B95-80B2-1B2F199F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EEE0-7266-4245-83E7-5BA0A0FF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B8A5F-8F59-459B-92B8-33F41DE20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0AF86-5966-461B-9A0B-0122B559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2F7B4-9E97-4271-8178-BE7A22B3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55DA9-F7BD-4A09-AC03-A0DD3A5E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0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0E96-BE96-4C4B-BB6D-6A7C15B0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22E80-5C40-47AF-A1FB-624359D83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343F7-762B-40A0-9EA7-D12A5087F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3E3BF-C74D-41FA-B6D2-82EC05E2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FDFB3-49E0-472B-A0AB-D6CA37C8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50122-14EF-461A-B400-20D3649F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35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D1C2-71A1-43AA-A12F-6033B9C9C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65695-1532-45D4-B316-60AFAAF00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564D9-814F-4C5A-B9F9-A2CB483F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5F593-6A68-41BE-8ED2-4A7E70D03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1BAE-A807-451E-966B-C626A0BE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15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B73D0-1DFF-490D-8BD9-1FDDBEBEA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E2F18-9E1C-42B7-9F24-34086978E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6C7A-2B35-48D0-9841-46A68DF8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B01A5-FB32-482B-949D-43E4B85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47092-9837-4BCD-8B9C-26E8695E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5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E4672A-624B-42A5-BE98-4F73EE12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2953F-1D8D-4480-94F0-4F0C74702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FDD4-1957-4EBB-BB54-6D85D5714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AA729-7889-4483-8CA8-B467BDB3CC6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8A7E5-6C03-4EC0-A876-EDA22EC67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78101-9FD6-44D8-8D01-BAC0549DF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7B8AC-1C5A-40D3-BCA5-BC8BB40F5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8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2D0A-EB0A-4919-9AB2-790375E68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DF85E-A2DC-4BAC-A169-55F1A907F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9</a:t>
            </a:r>
          </a:p>
        </p:txBody>
      </p:sp>
    </p:spTree>
    <p:extLst>
      <p:ext uri="{BB962C8B-B14F-4D97-AF65-F5344CB8AC3E}">
        <p14:creationId xmlns:p14="http://schemas.microsoft.com/office/powerpoint/2010/main" val="1308392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86784B-EA3E-435B-B971-9976D1400D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55" t="19757" r="14568" b="1818"/>
          <a:stretch/>
        </p:blipFill>
        <p:spPr>
          <a:xfrm>
            <a:off x="1047657" y="78971"/>
            <a:ext cx="10096686" cy="67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CSCI 2824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2018-12-22T03:30:42Z</dcterms:created>
  <dcterms:modified xsi:type="dcterms:W3CDTF">2018-12-22T03:31:43Z</dcterms:modified>
</cp:coreProperties>
</file>