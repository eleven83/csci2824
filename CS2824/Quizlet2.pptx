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BEE2-7244-4D38-8029-DE7A33E15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C9079-C537-412B-9118-F80EA6C64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63451-0899-4436-8C61-BB965357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A77F8-3DC2-4C8C-94A2-CB00DA42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0A3A9-79A0-4779-88BF-2D4B746F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6270-8680-4E5B-BCF8-6E222539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D5E07-DD6A-4640-A5B6-C274EE2B7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86397-AFE2-4DC9-BBA4-E9B413CE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8A50-E638-444B-8E63-5071DED4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D5E24-E4F0-4302-9DCD-6E8BE541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9F7F-EEC7-42D4-BCAE-839243472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7F9A4-1167-4190-B5DB-E00FF4E05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05E62-4A37-42FD-B3ED-DC90AE3E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FF00F-17A2-4A59-895C-DA112A9F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B7E6-ECF5-4F32-86CA-B459BCC9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4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A8F4-8C84-4BA9-887F-2EC4EE9A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37CA-717A-48F2-8DCF-225A92617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5437D-5C26-4F58-B1AB-DF947E785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F9619-9E67-47DE-8AE6-9B58EFDED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B9948-FD8A-4708-B894-94CD0F6A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84E51-78D2-4093-9A9F-265986CB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3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51F0-34F3-42DF-856D-301160F3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2ABE7-8018-4A72-A64E-9EF6E1853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02A9E-B836-44D7-8725-7C6436980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3511F-556F-4F11-9D29-EB0E9D39F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D6195-C491-4B83-ABDA-B1DD997E3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77F30-07D8-4FE7-A38D-4ADAE1BB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56F55-E37C-4652-A2CA-65B27400B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22101D-ADDA-4E36-B320-167E1C35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EB6B-6469-4125-9518-FC4B72AD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4F0D4-B1F4-4AFF-8539-8C0EE682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D5C66-0176-425A-9F38-D9B3AF00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A1A0A-CEDB-4F2E-A588-0BA568A0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2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C0A15-FA1A-437A-BEE2-FE08589C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0D20F-68F4-45A4-B08C-6BE5EFC8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CE7B2-4EC8-4B4E-AA4B-779E1E27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0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DD51-9D63-4E8D-9413-D0D2B6EB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BD704-666B-46E9-85C4-A38B17E8A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CCD4C-46C8-4697-955A-CEDFBF369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ABFDD-FA87-43B5-B5F9-51A7EDF2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D44AC-0579-4F51-94B6-B1613CF8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AA52E-072A-447A-8BD0-D0043CAD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97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FC529-8481-47D6-AEC0-9788C085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24E9B-A576-47E9-8FBB-92A8C4445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6BBC-31BA-4721-9138-FBAE72909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ABB40-BD55-47AE-8842-056B9830C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A6A6A-C6D1-4C79-9659-A9BDE37E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83B4E-5B34-434B-9B4F-09F26DC5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0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B61F-CF0E-499B-9A88-78F71429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1D22F-5F18-4E8E-9594-BE24081A0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1EFE2-9185-48FF-8B2E-2ECBFAD6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6E37-291A-4EB8-9208-DCEC8A5D9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1DEB7-C879-444F-AEF0-8818986B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1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008EC-5276-41AE-A8D7-5A73EFCF2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0F2E7-DF20-489E-987F-0226AB033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D2FDE-5CD9-40B2-B4DF-BA2E8F11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F4024-199F-42B4-933D-51E4233F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5AE1C-AD32-4A22-99C5-92CFE322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6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ED62D-8057-4403-AA8A-06263F42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790D6-F8ED-4608-AA5A-683D2ADE7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1A9F-F3EA-4627-8C69-B0DCA4F1E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BCF79-2F08-4E5C-B5F2-44C8D407B3B2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B987D-2AE6-4991-AD73-8048AD6A0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29D5-1FD5-47D7-A17F-5CF62ED65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842F3-708B-4DD0-B4FB-EC8FC1F69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5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4DF1-9C10-4E41-B115-FBE47CEBF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0726-4C22-4903-9EA3-92D45E353E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2</a:t>
            </a:r>
          </a:p>
        </p:txBody>
      </p:sp>
    </p:spTree>
    <p:extLst>
      <p:ext uri="{BB962C8B-B14F-4D97-AF65-F5344CB8AC3E}">
        <p14:creationId xmlns:p14="http://schemas.microsoft.com/office/powerpoint/2010/main" val="242273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014396-BED5-4C55-A51E-5F8545A887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89" t="22695" r="14363" b="23515"/>
          <a:stretch/>
        </p:blipFill>
        <p:spPr>
          <a:xfrm>
            <a:off x="0" y="0"/>
            <a:ext cx="9551324" cy="43622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1B8E00-54F4-405A-9D18-DA19EE7D54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53" t="22837" r="30523" b="27151"/>
          <a:stretch/>
        </p:blipFill>
        <p:spPr>
          <a:xfrm>
            <a:off x="5516064" y="2254659"/>
            <a:ext cx="6675936" cy="44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3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CSCI 2824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2018-12-20T04:11:27Z</dcterms:created>
  <dcterms:modified xsi:type="dcterms:W3CDTF">2018-12-20T04:14:27Z</dcterms:modified>
</cp:coreProperties>
</file>