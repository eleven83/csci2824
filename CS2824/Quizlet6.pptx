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92" d="100"/>
          <a:sy n="92" d="100"/>
        </p:scale>
        <p:origin x="28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076E57-8EDB-4384-B3AB-849D2AD7416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C2282F2-228C-4216-94A3-B5A39A17E94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83B9BF-3BDD-404E-9ACF-3023F0EDDB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F93EFD-0D8A-429A-9E1F-C307140DF0FA}" type="datetimeFigureOut">
              <a:rPr lang="en-US" smtClean="0"/>
              <a:t>12/21/2018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A3650D-3C32-41FA-B759-13C4AB308E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E57166-6DFE-467E-842D-5EC8EBF8A6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E2F016-9AAC-4A96-BA63-2CBBB04D3C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42073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9EFF45-8A66-4708-9E9D-45364D8429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61BB7A-A26A-4DE9-821E-435A287318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72E573-CDC7-489C-8722-BE7989B3EB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F93EFD-0D8A-429A-9E1F-C307140DF0FA}" type="datetimeFigureOut">
              <a:rPr lang="en-US" smtClean="0"/>
              <a:t>12/21/2018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E9D886-9A81-45E4-A205-5794E2DE65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9C2E9A-6528-4B94-AEA3-7E4EC6CF15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E2F016-9AAC-4A96-BA63-2CBBB04D3C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66000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82A1C7-C7DC-4DF1-95BC-034BC5553B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126C0A-ACC4-4CD3-AB17-6504F1560C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81DFA2-D1F3-428E-9BAF-512557766F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F93EFD-0D8A-429A-9E1F-C307140DF0FA}" type="datetimeFigureOut">
              <a:rPr lang="en-US" smtClean="0"/>
              <a:t>12/21/2018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367D7D-26D3-48A1-882A-A4A8CD93E0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B38D02-4D31-4B01-AE2D-68681686D9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E2F016-9AAC-4A96-BA63-2CBBB04D3C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80295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0256D2-B396-4F05-A6FA-6BE8FAFAEF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C9BBF7-40F5-4CD8-A005-6DAF293DF52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22F24A9-19BC-431D-B944-A74CF99346E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74C1E2-05B9-461F-A374-61D5C721CB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F93EFD-0D8A-429A-9E1F-C307140DF0FA}" type="datetimeFigureOut">
              <a:rPr lang="en-US" smtClean="0"/>
              <a:t>12/21/2018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11E45FA-681C-4414-9112-58399C8423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13AD68D-7FBD-494A-A05B-2EBDF447C8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E2F016-9AAC-4A96-BA63-2CBBB04D3C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87695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E6D437-3FF2-4ADA-BCCD-9804F46974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7EC953-B08B-4C3F-A102-586B5F2F4A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C4DE5FA-C638-453D-BDD9-049C3ECC501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7B9431D-F487-43F1-9176-B5F2A8DE436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6825AA8-04DC-4B2F-84B1-B9746F989B7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49FAD49-8BEC-4E2A-A300-FFCCF041BA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F93EFD-0D8A-429A-9E1F-C307140DF0FA}" type="datetimeFigureOut">
              <a:rPr lang="en-US" smtClean="0"/>
              <a:t>12/21/2018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3B22C33-CF21-420E-BE43-35D54CF8C7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5BF61D8-2C1B-4CF5-9C1F-518BD0323C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E2F016-9AAC-4A96-BA63-2CBBB04D3C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39976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314E3D-F99F-41AF-8D29-0ED04D9B96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DE2B583-64C5-492F-B688-2028C0456B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F93EFD-0D8A-429A-9E1F-C307140DF0FA}" type="datetimeFigureOut">
              <a:rPr lang="en-US" smtClean="0"/>
              <a:t>12/21/2018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A887DD1-82E7-4F49-A9B9-FB9D0326A8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62139B2-58FD-4E74-BE2E-05CF803881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E2F016-9AAC-4A96-BA63-2CBBB04D3C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47359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F6F0CE1-1FFC-4D81-A6D1-1AD849B725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F93EFD-0D8A-429A-9E1F-C307140DF0FA}" type="datetimeFigureOut">
              <a:rPr lang="en-US" smtClean="0"/>
              <a:t>12/21/2018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40E6BC2-E07D-45E3-9B13-F6F79E909B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83C946-B51B-4793-8EFC-B8F38F3B74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E2F016-9AAC-4A96-BA63-2CBBB04D3C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34727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3A8143-6FC6-41EC-AD7B-9F32972328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B55958-29A4-4A36-BBFD-13713A8A99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0E6F400-755E-4CE3-9002-EC059212FF3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45B5C5C-7C2F-4077-AA8D-C8F7303692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F93EFD-0D8A-429A-9E1F-C307140DF0FA}" type="datetimeFigureOut">
              <a:rPr lang="en-US" smtClean="0"/>
              <a:t>12/21/2018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D6A9FAF-3D2B-4DB2-8B65-A3DB2E3014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5E849A1-6FAA-4D5C-B4C6-EC4C6436E9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E2F016-9AAC-4A96-BA63-2CBBB04D3C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32773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A57099-3BF7-4E70-BCBA-E9D6278DB4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8C487B0-2614-4637-9DD6-BD523097118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11DCA83-5CA1-4044-A6A5-7A8B2EE5E4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6911F0-A4B4-4956-AE7E-235D045AA2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F93EFD-0D8A-429A-9E1F-C307140DF0FA}" type="datetimeFigureOut">
              <a:rPr lang="en-US" smtClean="0"/>
              <a:t>12/21/2018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D815381-72BF-4A71-BC02-377FD94A36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C538FE6-BBCE-4E6D-86EE-C82D7CFE5D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E2F016-9AAC-4A96-BA63-2CBBB04D3C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1567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35D63C-B4D5-4AF9-8850-22092E04CB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569FB8B-3955-4EE0-A1A5-97622B3A5EE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8E8A4A-CADC-4C23-8E15-603EC82FF5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F93EFD-0D8A-429A-9E1F-C307140DF0FA}" type="datetimeFigureOut">
              <a:rPr lang="en-US" smtClean="0"/>
              <a:t>12/21/2018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5849FA-41A3-4D5C-99A6-0DA094018A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EEDC28-D013-4C08-8E60-2E733A4F1C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E2F016-9AAC-4A96-BA63-2CBBB04D3C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65291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38601FA-949A-4D1B-BFD7-93718F2FFD1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1852F47-994E-4FE7-862D-89B2B31210B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B77C72-B4F8-4B43-B156-FBC38BCAF6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F93EFD-0D8A-429A-9E1F-C307140DF0FA}" type="datetimeFigureOut">
              <a:rPr lang="en-US" smtClean="0"/>
              <a:t>12/21/2018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BDD683-0DD4-4B6B-B2C4-367A333931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A655D8-5FF2-49A5-A3E1-0C3FE7F459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E2F016-9AAC-4A96-BA63-2CBBB04D3C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92662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650079C-D52E-4D71-97FB-CC16F48804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512146-6F3E-4F9E-A64A-6829081C7B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2CB144-012D-460C-B966-A527BA19794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5F93EFD-0D8A-429A-9E1F-C307140DF0FA}" type="datetimeFigureOut">
              <a:rPr lang="en-US" smtClean="0"/>
              <a:t>12/21/2018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123A9B-4F44-4FDE-9B79-9D5ABB6A1D8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63E533-0D68-42D5-AAF4-599A9703FEA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FE2F016-9AAC-4A96-BA63-2CBBB04D3C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34329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FD6883-503D-4CBF-8D30-950D504CA4D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CSCI 2824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32D5AC9-C609-4EC3-B265-EC467624D56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Quizlet 6</a:t>
            </a:r>
          </a:p>
        </p:txBody>
      </p:sp>
    </p:spTree>
    <p:extLst>
      <p:ext uri="{BB962C8B-B14F-4D97-AF65-F5344CB8AC3E}">
        <p14:creationId xmlns:p14="http://schemas.microsoft.com/office/powerpoint/2010/main" val="21518330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A9A2F5D9-3D43-4F83-927F-81E49DA110F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8796" t="27152" r="20841" b="16727"/>
          <a:stretch/>
        </p:blipFill>
        <p:spPr>
          <a:xfrm>
            <a:off x="102005" y="739832"/>
            <a:ext cx="11987990" cy="53783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66994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0E004EE0-DD04-4633-A90C-FF3DBD638F2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8659" t="28122" r="21045" b="26061"/>
          <a:stretch/>
        </p:blipFill>
        <p:spPr>
          <a:xfrm>
            <a:off x="64964" y="1217814"/>
            <a:ext cx="12062071" cy="44223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58469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</Words>
  <Application>Microsoft Office PowerPoint</Application>
  <PresentationFormat>Widescreen</PresentationFormat>
  <Paragraphs>2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CSCI 2824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CSCI 2824</dc:title>
  <dc:creator>Ryan Hoffman</dc:creator>
  <cp:lastModifiedBy>Ryan Hoffman</cp:lastModifiedBy>
  <cp:revision>1</cp:revision>
  <dcterms:created xsi:type="dcterms:W3CDTF">2018-12-22T03:21:22Z</dcterms:created>
  <dcterms:modified xsi:type="dcterms:W3CDTF">2018-12-22T03:21:38Z</dcterms:modified>
</cp:coreProperties>
</file>