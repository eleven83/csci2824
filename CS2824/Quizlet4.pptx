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5BA3-756E-4057-999F-43D4D8B24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C542A-425F-4516-87AB-AF20456F4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23BD8-5F5E-4342-91D5-7C7DA9B4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9AB6-BFFC-4AE7-B045-AA7C8EA6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6817F-B9E2-491D-BF15-3AB7B656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1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8C6A-867C-41B8-AC03-866F13F9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5FE15-6302-4595-9D36-A26A1D0A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0446-1055-43BF-A7F6-01A9CD44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1188A-6CA1-4C29-B1E5-D38CD29E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9CB7-63B7-488A-8D89-788FDC85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6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CD29-38A4-426F-BA9D-D71E634B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D6E82-A33E-4D32-BAAD-D1E6CBE6F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4674-2AA1-4C37-A44D-4DCC7138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762DA-E4E0-4EAC-8416-7EE7F55A9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BA94-6347-422B-BF96-90875211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5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1723-614C-4D71-A351-1DA22888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A4AC-D995-480C-9C6F-62BD5D00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0C0FB-F8C7-4435-9238-BFB3A37DD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D9107-4F81-46D1-B37F-8BCD0561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7B1D8-8DE3-4380-91F3-5F4824E9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E47BB-6D1C-4D47-9984-E4945B21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6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10BE-FB79-4357-8515-9CEA1C10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3CEDB-B97D-4CFA-A973-F64EC0E74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B45C0-C7BC-48AC-9AD4-E5014208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4D080-607C-4A2A-9210-6465E482D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CBAEE-597D-4D8D-9C67-E39C3C7B9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F2A9F-5C52-41F5-AD99-90712C39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ADABA-F6FF-433B-9600-EBCA1F4E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DD297-DC2E-42F5-A345-1EA7C5BC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09A0-169C-4842-8936-3009C933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F8AA6-3D43-4C18-A287-6F9CDCC8B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7674C-D3F2-43A9-9086-7D3F933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23B71-2E17-4EF9-8D98-F12E3A1F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5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1157D-78F7-4C2E-AFBB-EDE4B2DE6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6661F-181B-4682-8E64-9FDF0F64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B949A-8802-4F97-8A9C-95D11D3F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611C-71DE-4DD9-81EB-16F54451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28E57-0010-440A-A956-A85BF824D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EF787-1AA4-46CE-A036-F77334107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083E6-80E0-45B0-AB54-D19453FD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ADEAF-E979-40E5-B4E5-23515188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97100-B4C3-46F0-9404-0683DD2C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77AF-C0C0-4874-9ADC-557554B8D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ED89E-75CA-4510-8E55-B9896E46B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82A70-C677-4097-96EE-85D5D0420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DAB67-709D-4537-B62B-6C98D28C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9C7F5-8147-4472-B83E-D6F481F9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16CD9-C47A-4D9F-A71A-F6ACCFCD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00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C1F2-E9AB-4BAF-92C3-6FE1BA93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6C4B4-A2C8-4730-8D14-7E01D9390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D8F52-D2A5-4212-AFF4-F3892DFF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C1984-0309-4A7D-A920-8F56D018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023A7-E9A1-43DA-96B8-8D7DEBC7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1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46266-9038-422F-A944-FE645550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ABB39-9585-4BAA-A399-7BA9595DE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F1EBB-81B5-42FB-9657-F46552F8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79AB-F492-4B17-9527-9CDB7343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0469B-A230-412D-BC93-3D24E5DA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2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C6673-5797-4308-B658-2CB09B76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498B-DE99-4E55-A0EC-4DB77BD1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0954-0253-44D4-BC8D-04FD24E15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C8476-FCC2-4E5F-AC8E-237FCE5A2D5A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92B3B-C1E5-43A0-9447-E545CD058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AE19A-75E7-4692-AC8B-964A222AB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18AD0-E86C-461D-96DD-3613E528C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2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81A5-7504-4C9A-8F7E-56120E802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D7685-B11D-4311-A216-261F69C89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4</a:t>
            </a:r>
          </a:p>
        </p:txBody>
      </p:sp>
    </p:spTree>
    <p:extLst>
      <p:ext uri="{BB962C8B-B14F-4D97-AF65-F5344CB8AC3E}">
        <p14:creationId xmlns:p14="http://schemas.microsoft.com/office/powerpoint/2010/main" val="369256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D21253-4D15-45E5-BCF2-FDFC3A64EF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12" t="20425" r="23909" b="5455"/>
          <a:stretch/>
        </p:blipFill>
        <p:spPr>
          <a:xfrm>
            <a:off x="960246" y="178723"/>
            <a:ext cx="10271507" cy="65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7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E156CD-3556-4F10-A8AD-0DABAB48BC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75" t="19433" r="20500" b="2061"/>
          <a:stretch/>
        </p:blipFill>
        <p:spPr>
          <a:xfrm>
            <a:off x="833921" y="124691"/>
            <a:ext cx="10524158" cy="660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78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FC3A03-0847-4726-AC07-2E5E6B486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05" t="38866" r="21182" b="4000"/>
          <a:stretch/>
        </p:blipFill>
        <p:spPr>
          <a:xfrm>
            <a:off x="1000187" y="601169"/>
            <a:ext cx="10191626" cy="56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3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2</cp:revision>
  <dcterms:created xsi:type="dcterms:W3CDTF">2018-12-22T03:12:14Z</dcterms:created>
  <dcterms:modified xsi:type="dcterms:W3CDTF">2018-12-22T03:15:37Z</dcterms:modified>
</cp:coreProperties>
</file>