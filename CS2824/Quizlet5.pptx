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FF17E-97CE-483E-B09B-85F4B438A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690DC-EDF1-40D8-8AE6-DC0E024F3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0F4B-E433-4865-AF68-5293D31E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D1FD0-030C-4D4B-8197-63557747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6DE67-57B0-493B-AEF1-4BAADC0E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3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9C40-F39E-490B-8516-6FA808E8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CADF-8744-4A43-A261-44BB31475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7BD0C-108C-4D60-865F-F07B1025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F60A-A10B-4AFA-B389-9B11DE07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05658-FD66-48B8-ABE3-361A19A5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4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778A-307F-4D42-9E08-3636105B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D8A34-A784-47EB-A0AB-F0B3FDED9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645B5-E2B4-48A7-BC96-C4EC5108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F3D4D-5B62-4CA8-9362-70671172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A14A4-A327-4CF2-826B-A20552DB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9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CA75-0087-4775-B19F-A7CCA4E6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0A6E4-160A-4892-8772-1B07D52E6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4D03F-F9CB-4FF2-BF96-916E734C6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C28E8-E260-4DED-A4BC-A2712F00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3D7D2-377F-428E-B461-6C930049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BEBFC-3C11-4FBF-AD8F-19DE2160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3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4B22-9E51-43CF-AA73-4F7E3780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3085F-11C7-4111-8F39-BB1ED40CC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9814E-091B-4BEB-80A9-5A5DC7A0B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85EEC-B89B-412F-B375-A841CCE0A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C079B-8A95-41F3-82C4-D5BE2FD3B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DC265E-4C95-4648-AB53-63EE50E8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9FA79-FC51-4090-AB32-CB2AEE5C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14D0F-DA9B-4AFC-A670-C67FE128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7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6531-FAFC-42E4-A7A0-F5217CB4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7B5BCA-C71E-493E-962B-0E180E4C3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8836C-6960-4473-8A75-4F199D5AD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3F435-1B28-4531-A036-42760D2A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2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870D9E-495B-4A2E-9AFF-CE568130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116FB-C280-4265-AE08-A0CD24F2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486E9-8938-45ED-9360-EA19E8AF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5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37A7-4FA7-4C04-BAB6-87AF8E0D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8A61-810F-4E73-81EC-EEDD3B5E5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F0C5F-2167-4ED8-BE18-33CE57B0C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F6075-3847-4575-B93C-F0578C3C6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7A05E-B5C1-4385-8AD8-620423CD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B8DC0-3E79-4979-BF1E-C0D634B1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2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309C4-019C-461D-8815-AB4AAA8A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CB4BE-F17B-41ED-9941-09FE9DC05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709F6-D5E5-42D0-AE1C-6E191245C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84758-0435-4832-B865-B87B52E9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6A804-3063-4CAA-A7FE-6FB543294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4C225-F3EF-4995-BC14-6E140A47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9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61C4-AF49-471D-91C8-19099E75F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7AC9D-1899-479B-B2A4-BEA7027FD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8EEE3-D1A1-4407-AE38-B64BCE5C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6106B-06D2-4556-BDBF-21929081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78C20-DF9A-4B74-A62D-D584DF7ED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4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351B31-AE4A-4D60-9DA7-AB07EB521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278FD-4B7B-408C-AD15-813C1EAAD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E7F2A-07C8-434F-8C3B-805E2BE7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147A-5E73-4933-8EA6-C6E94AA4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E9CF-F3AA-4E5F-8CF2-04479F8E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3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67FB23-0B5D-406A-A7A8-D895980B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32E97-4713-4484-8A2B-871C6FF09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15E4B-DE6F-4EEB-9229-9BF93BD55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CF1FB-064B-4E3A-B112-731711085BA1}" type="datetimeFigureOut">
              <a:rPr lang="en-US" smtClean="0"/>
              <a:t>12/21/2018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62A20-5078-4759-9C82-AF04D8EE7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230E4-57EB-4D19-9A45-17DD7F20C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35D080-6D1D-4F8A-AB91-6A7BD856B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0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118F7-83E1-46C6-92CA-8529986472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CSCI 2824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5FEE4-71A0-4878-B5ED-A932EAB065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Quizlet 5</a:t>
            </a:r>
          </a:p>
        </p:txBody>
      </p:sp>
    </p:spTree>
    <p:extLst>
      <p:ext uri="{BB962C8B-B14F-4D97-AF65-F5344CB8AC3E}">
        <p14:creationId xmlns:p14="http://schemas.microsoft.com/office/powerpoint/2010/main" val="1665718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217F8C-B3BA-4484-9141-F2F059461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64" t="22303" r="21182" b="19515"/>
          <a:stretch/>
        </p:blipFill>
        <p:spPr>
          <a:xfrm>
            <a:off x="187988" y="665018"/>
            <a:ext cx="11816024" cy="552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3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EF8E77-72CC-43E5-A63E-C75603AE5E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87" t="19757" r="21045" b="12000"/>
          <a:stretch/>
        </p:blipFill>
        <p:spPr>
          <a:xfrm>
            <a:off x="181930" y="211974"/>
            <a:ext cx="11828140" cy="643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66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83AAF7-ABF0-4AD6-950F-A138758807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27" t="21454" r="21045" b="13334"/>
          <a:stretch/>
        </p:blipFill>
        <p:spPr>
          <a:xfrm>
            <a:off x="96158" y="295102"/>
            <a:ext cx="11999683" cy="6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39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CSCI 2824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2824</dc:title>
  <dc:creator>Ryan Hoffman</dc:creator>
  <cp:lastModifiedBy>Ryan Hoffman</cp:lastModifiedBy>
  <cp:revision>1</cp:revision>
  <dcterms:created xsi:type="dcterms:W3CDTF">2018-12-22T03:16:29Z</dcterms:created>
  <dcterms:modified xsi:type="dcterms:W3CDTF">2018-12-22T03:19:16Z</dcterms:modified>
</cp:coreProperties>
</file>